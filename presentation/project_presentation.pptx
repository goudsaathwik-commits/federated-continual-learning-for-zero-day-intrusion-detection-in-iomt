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Slide 1: Federated Continual Learning for Zero-Day Intrusion Detection in IoMT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Academic Presentation Slide Content for Slide 1.</a:t>
            </a:r>
            <a:br/>
            <a:r>
              <a:t>Refer to project_presentation.md for full detailed speaker notes and figure mappings.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Slide 2: Background: IoMT Healthcare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Academic Presentation Slide Content for Slide 2.</a:t>
            </a:r>
            <a:br/>
            <a:r>
              <a:t>Refer to project_presentation.md for full detailed speaker notes and figure mappings.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Slide 3: IoMT Cybersecurity Threats &amp; Vulnerabilities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Academic Presentation Slide Content for Slide 3.</a:t>
            </a:r>
            <a:br/>
            <a:r>
              <a:t>Refer to project_presentation.md for full detailed speaker notes and figure mappings.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Slide 4: Motivation: Privacy Regulations &amp; Skew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Academic Presentation Slide Content for Slide 4.</a:t>
            </a:r>
            <a:br/>
            <a:r>
              <a:t>Refer to project_presentation.md for full detailed speaker notes and figure mappings.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Slide 5: Problem Statement &amp; System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Academic Presentation Slide Content for Slide 5.</a:t>
            </a:r>
            <a:br/>
            <a:r>
              <a:t>Refer to project_presentation.md for full detailed speaker notes and figure mappings.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Slide 6: Research Gap &amp; Novel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Academic Presentation Slide Content for Slide 6.</a:t>
            </a:r>
            <a:br/>
            <a:r>
              <a:t>Refer to project_presentation.md for full detailed speaker notes and figure mappings.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Slide 7: Research Objectives &amp; Technical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Academic Presentation Slide Content for Slide 7.</a:t>
            </a:r>
            <a:br/>
            <a:r>
              <a:t>Refer to project_presentation.md for full detailed speaker notes and figure mappings.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Slide 8: Dataset: Edge-IIoTset Benchmark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Academic Presentation Slide Content for Slide 8.</a:t>
            </a:r>
            <a:br/>
            <a:r>
              <a:t>Refer to project_presentation.md for full detailed speaker notes and figure mappings.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Slide 9: Data Preprocessing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Academic Presentation Slide Content for Slide 9.</a:t>
            </a:r>
            <a:br/>
            <a:r>
              <a:t>Refer to project_presentation.md for full detailed speaker notes and figure mappings.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Slide 10: Data Leakage Prevention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Academic Presentation Slide Content for Slide 10.</a:t>
            </a:r>
            <a:br/>
            <a:r>
              <a:t>Refer to project_presentation.md for full detailed speaker notes and figure mappings.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Slide 11: System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Academic Presentation Slide Content for Slide 11.</a:t>
            </a:r>
            <a:br/>
            <a:r>
              <a:t>Refer to project_presentation.md for full detailed speaker notes and figure mappings.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Slide 12: Non-IID Hospital Client Simulation (alpha=0.5)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Academic Presentation Slide Content for Slide 12.</a:t>
            </a:r>
            <a:br/>
            <a:r>
              <a:t>Refer to project_presentation.md for full detailed speaker notes and figure mappings.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Slide 13: Federated Learning (FedAvg)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Academic Presentation Slide Content for Slide 13.</a:t>
            </a:r>
            <a:br/>
            <a:r>
              <a:t>Refer to project_presentation.md for full detailed speaker notes and figure mappings.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Slide 14: Continual Learning Engine &amp; Replay Buffer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Academic Presentation Slide Content for Slide 14.</a:t>
            </a:r>
            <a:br/>
            <a:r>
              <a:t>Refer to project_presentation.md for full detailed speaker notes and figure mappings.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Slide 15: Zero-Day Open-Set Energy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Academic Presentation Slide Content for Slide 15.</a:t>
            </a:r>
            <a:br/>
            <a:r>
              <a:t>Refer to project_presentation.md for full detailed speaker notes and figure mappings.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Slide 16: Experimental Testbed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Academic Presentation Slide Content for Slide 16.</a:t>
            </a:r>
            <a:br/>
            <a:r>
              <a:t>Refer to project_presentation.md for full detailed speaker notes and figure mappings.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Slide 17: Empirical Benchmark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Academic Presentation Slide Content for Slide 17.</a:t>
            </a:r>
            <a:br/>
            <a:r>
              <a:t>Refer to project_presentation.md for full detailed speaker notes and figure mappings.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Slide 18: Component Ablation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Academic Presentation Slide Content for Slide 18.</a:t>
            </a:r>
            <a:br/>
            <a:r>
              <a:t>Refer to project_presentation.md for full detailed speaker notes and figure mappings.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Slide 19: Limitations &amp; Future Research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Academic Presentation Slide Content for Slide 19.</a:t>
            </a:r>
            <a:br/>
            <a:r>
              <a:t>Refer to project_presentation.md for full detailed speaker notes and figure mappings.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Slide 20: Conclusion &amp; Core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Academic Presentation Slide Content for Slide 20.</a:t>
            </a:r>
            <a:br/>
            <a:r>
              <a:t>Refer to project_presentation.md for full detailed speaker notes and figure mappings.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